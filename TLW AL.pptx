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818F8-4E1E-4D7F-9F2C-BBB62C16107A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906D5-228A-4755-B6BA-A4415B8D6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3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906D5-228A-4755-B6BA-A4415B8D6AB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755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0243-8206-C512-F9EC-62F74DB54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1DAFF-2581-3409-F5A0-3CE0044FB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8828-54CE-6F63-E83D-AD8E50CC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519B6-E4F0-94A7-F3FD-142E6D14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0F297-9FC6-83BF-6E46-A56A6E531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67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DCC9-FB7C-C8FD-E4E8-BA278FE8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69E76-F0F3-EBF4-579B-B2C736319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C50FC-5C76-DA03-5C18-AA54DF5D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43E05-0367-11B6-4F7D-E641E650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83F71-1FA4-AA1B-2A07-67AEED8C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207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FEE5-03F4-256D-BC1C-26A4BD988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94042-0CA1-E692-C422-0FBBEC2B6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781EF-767D-9CD1-8346-D9A449082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EFBEA-4E71-4BB2-1876-5E8B55EF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612BD-EAD0-E94F-EA13-9656E5B0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11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61D6-C0D9-8610-B394-748970A7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2D60B-CD5E-7602-462A-378685DA4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F26A0-D708-A206-5771-1D9CECDE9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7F136-B6E5-F091-6A4F-36A42FB93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B6A09-9483-200D-BA45-DA78D92D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3E6AA-DD3B-CB24-013C-84709EF8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80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AE2A-CB2C-EDE9-2D2A-8C3DE8B59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D4EDF-D0CB-D3BF-A7EA-494BF827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C30D9-A9A2-BA6F-1D47-75BF86471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F4CD6-1292-E8DB-6CFC-C7EBD0548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7816B-E9BC-70E8-E7F0-860FFC520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6DC3D-A1B3-2A03-30FA-062D19E39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28BE4-B6FA-BECA-F1D4-EAF3105D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DFB-D105-CBF8-1A33-57589367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0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6E3F-E3D7-BD41-1948-7333E1B2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0BCAA-40FE-8510-13E6-D1B1285A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CB8D7-AD64-5084-5BA5-8BC5DDC2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3A5E6-8585-52A1-D4DC-EF8C9902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0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CE2E4-C578-CA38-AEC3-AE913090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E56FA-E98C-C7AB-1480-2CB6E4DE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DBE5B-CFBF-EACA-F0D8-CC574803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92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4F0B-1D32-9332-1957-2E1331D3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A2475-0BE6-217B-2715-5E336E23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62C5E-07C6-A49C-F93E-A883F9ED0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4E1BC-ECDB-7753-20EA-95C84E72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DA241-3728-66B0-D500-ACDC19B5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36331-1111-85D1-BFDB-63617270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6CE45-EF22-E67F-4D3D-775EA190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BEA76-0545-3982-359C-7BA88A238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C42F4-FDBC-CC64-41D0-B427E3AC1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C6264-8E56-5580-88FA-073BEFDE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201F-2317-1414-78D2-2D49A773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06E74-43D6-EB09-9B13-E84E0AA21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7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D0A1-17F9-ACD7-C4F9-19FE1D42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31256-0CBF-BB8D-D677-C7CFEB43C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195D5-DC89-3DBF-214D-3116F346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E1C73-9DB0-95A2-6528-BD397B77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3F4F-B233-10E0-8A0C-A794EE15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3877B-0FCD-DAB4-B50E-072E960BF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F8D25-D7E7-13BA-01DD-03383B42A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9FAD-AE48-4E94-1D9D-AAFE5CBF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C9DB1-947C-FC40-D4E9-9D96AAA2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73042-D9A8-23CA-1245-69074370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4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DC9FF-6EDB-BE0D-75CE-2CDD3E40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BCA9E-6598-FD3E-DF82-C209C4466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C83FA-DCBF-2EDB-290D-5D28F98DB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5BE13-91B0-48D6-B0CD-C5BA163DF696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F73FB-84C8-0C34-E531-7F1767FDB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FE121-B34E-7509-6142-07DFE8BD0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A4586-530B-4464-A9E3-4EB6CAE486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08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DA4B-669B-F841-5B28-6FF63F9F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5" y="406400"/>
            <a:ext cx="9144000" cy="2387600"/>
          </a:xfrm>
        </p:spPr>
        <p:txBody>
          <a:bodyPr>
            <a:no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 AND COMMUNICATION ENGINEERING</a:t>
            </a:r>
            <a:b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ECB1222 – TRANSMISSION LINES AND WAVEGUIDES</a:t>
            </a:r>
            <a:b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LEARNING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3003D-CE80-6EA7-EAF0-F3E067178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69" y="3402934"/>
            <a:ext cx="11041628" cy="309536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54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9409-C7A5-0444-ECEB-3332BF0D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8" y="502776"/>
            <a:ext cx="10515600" cy="1158875"/>
          </a:xfrm>
        </p:spPr>
        <p:txBody>
          <a:bodyPr>
            <a:normAutofit fontScale="90000"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b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A0544-9861-9B1A-5B2B-7B39502B0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7" y="1253331"/>
            <a:ext cx="11255478" cy="548176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analyze an impedance matching network for a microstrip transmission line using ANSYS HFSS. Consider a 50 Ω microstrip line on a Rogers RT5880 substrate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εr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2.2, height = 1.6 mm, width = 3 mm) connected to a load impedance of 100 Ω at 5 GHz. The objective is to design an impedance matching network to minimize reflection and maximize power transfer.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Simulate the S-parameters (S11, S21) of the unmatched transmission line and observe the reflection coefficient.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Design a single-section quarter-wave transformer to match the load to the 50 Ω transmission line. Simulate and verify the improvement in impedance matching.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Extend the design to a two-section impedance matching network and compare its performance with the single-section transformer in terms of bandwidth and reflection coefficient.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Analyze how changes in frequency affect the matching efficiency and bandwidth of both designs.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42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80BC-677E-A79A-DC5B-72209574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C1BD-863A-C7E3-E0C0-02785D3C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We need to design an impedance matching network to connect a 50 Ω microstrip line on a Rogers RT5880 substrate to a 100 Ω load at 5 GHz. The matching network should minimize reflection and maximize power transfer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4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3FD8-7A0E-214B-0DF1-9431C5E6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61" y="35529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Parameters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645CF9-8B17-8ED1-1DF9-FAC73370B9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375" y="1829313"/>
            <a:ext cx="10515599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Substrate: Rogers RT5880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 Permittivity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2.2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Height (h) = 1.6 mm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Microstrip Width (W) = 3 mm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Frequency (f₀) = 5 GHz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Impedance (Z₀) = 50 Ω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Impedance (Z_L) = 100 Ω </a:t>
            </a:r>
          </a:p>
        </p:txBody>
      </p:sp>
    </p:spTree>
    <p:extLst>
      <p:ext uri="{BB962C8B-B14F-4D97-AF65-F5344CB8AC3E}">
        <p14:creationId xmlns:p14="http://schemas.microsoft.com/office/powerpoint/2010/main" val="203238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40AE-DE70-BCAF-1552-8EB79F3D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the Unmatched Transmission Line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7CC16-BEBF-D7AB-89B6-801F6F03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759974"/>
            <a:ext cx="11286203" cy="4732901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designing the matching network, we first simulate the unmatched microstrip line in ANSYS HFSS and observe its S-parameters (S11, S21).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HFSS Simulation: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Substrate &amp; Microstrip Line</a:t>
            </a:r>
          </a:p>
          <a:p>
            <a:pPr marL="742950" lvl="1" indent="-285750" algn="just">
              <a:lnSpc>
                <a:spcPct val="120000"/>
              </a:lnSpc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Rogers RT5880 as the substrate.</a:t>
            </a:r>
          </a:p>
          <a:p>
            <a:pPr marL="742950" lvl="1" indent="-285750" algn="just">
              <a:lnSpc>
                <a:spcPct val="120000"/>
              </a:lnSpc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h = 1.6 mm, W = 3 mm.</a:t>
            </a:r>
          </a:p>
          <a:p>
            <a:pPr marL="742950" lvl="1" indent="-285750" algn="just">
              <a:lnSpc>
                <a:spcPct val="120000"/>
              </a:lnSpc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50 Ω transmission line without matching.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Boundary Conditions</a:t>
            </a:r>
          </a:p>
          <a:p>
            <a:pPr marL="742950" lvl="1" indent="-285750" algn="just">
              <a:lnSpc>
                <a:spcPct val="120000"/>
              </a:lnSpc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radiation boundaries to simulate an open structure.</a:t>
            </a:r>
          </a:p>
          <a:p>
            <a:pPr marL="742950" lvl="1" indent="-285750" algn="just">
              <a:lnSpc>
                <a:spcPct val="120000"/>
              </a:lnSpc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wave ports for signal input and output.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S-parameters</a:t>
            </a:r>
          </a:p>
          <a:p>
            <a:pPr marL="742950" lvl="1" indent="-285750" algn="just">
              <a:lnSpc>
                <a:spcPct val="120000"/>
              </a:lnSpc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S11 (reflection coefficient) and S21 (transmission coefficient).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70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9E9F-7DE8-D4D1-90C6-D44E868D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98BE9C-41B1-5901-3828-3B7BE88E5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3" t="2797" r="3083" b="4722"/>
          <a:stretch/>
        </p:blipFill>
        <p:spPr>
          <a:xfrm>
            <a:off x="2310581" y="1966452"/>
            <a:ext cx="7138220" cy="43065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8862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2C62-4E7E-5E18-8B72-B4E4DB30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43412-B4D0-C11F-079F-9FED715B0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5" y="1907868"/>
            <a:ext cx="9057642" cy="4585007"/>
          </a:xfrm>
        </p:spPr>
      </p:pic>
    </p:spTree>
    <p:extLst>
      <p:ext uri="{BB962C8B-B14F-4D97-AF65-F5344CB8AC3E}">
        <p14:creationId xmlns:p14="http://schemas.microsoft.com/office/powerpoint/2010/main" val="606414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7F87-C20D-8EB8-B9F7-66429EC01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3E68BA-83A5-9288-70DA-E68836B4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" r="-1"/>
          <a:stretch/>
        </p:blipFill>
        <p:spPr>
          <a:xfrm>
            <a:off x="1956619" y="2051767"/>
            <a:ext cx="7939967" cy="4351338"/>
          </a:xfrm>
        </p:spPr>
      </p:pic>
    </p:spTree>
    <p:extLst>
      <p:ext uri="{BB962C8B-B14F-4D97-AF65-F5344CB8AC3E}">
        <p14:creationId xmlns:p14="http://schemas.microsoft.com/office/powerpoint/2010/main" val="230534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BCEE-9C10-37C4-C5E0-6B7F05C6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415DED-127A-0FBA-C0AC-A27ADF528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6" y="1815793"/>
            <a:ext cx="9645445" cy="4351338"/>
          </a:xfrm>
        </p:spPr>
      </p:pic>
    </p:spTree>
    <p:extLst>
      <p:ext uri="{BB962C8B-B14F-4D97-AF65-F5344CB8AC3E}">
        <p14:creationId xmlns:p14="http://schemas.microsoft.com/office/powerpoint/2010/main" val="157014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C667-46F2-4CB6-7046-DC794241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6ABFA-4886-4AED-9A94-F336BE032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2107"/>
          <a:stretch/>
        </p:blipFill>
        <p:spPr>
          <a:xfrm>
            <a:off x="1809134" y="1897626"/>
            <a:ext cx="7825171" cy="4259672"/>
          </a:xfrm>
        </p:spPr>
      </p:pic>
    </p:spTree>
    <p:extLst>
      <p:ext uri="{BB962C8B-B14F-4D97-AF65-F5344CB8AC3E}">
        <p14:creationId xmlns:p14="http://schemas.microsoft.com/office/powerpoint/2010/main" val="3080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0FE6-E885-B3C7-040E-B4C4E8E1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F94DAC-A2D8-FCCB-8E8A-9BE582E75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263" y="2022270"/>
            <a:ext cx="9003861" cy="4351338"/>
          </a:xfrm>
        </p:spPr>
      </p:pic>
    </p:spTree>
    <p:extLst>
      <p:ext uri="{BB962C8B-B14F-4D97-AF65-F5344CB8AC3E}">
        <p14:creationId xmlns:p14="http://schemas.microsoft.com/office/powerpoint/2010/main" val="3701117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E68A-9631-C260-7944-75426D77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C87A1-113B-0771-E041-2358D98A0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8"/>
          <a:stretch/>
        </p:blipFill>
        <p:spPr>
          <a:xfrm>
            <a:off x="838200" y="1893739"/>
            <a:ext cx="10515600" cy="4133436"/>
          </a:xfrm>
        </p:spPr>
      </p:pic>
    </p:spTree>
    <p:extLst>
      <p:ext uri="{BB962C8B-B14F-4D97-AF65-F5344CB8AC3E}">
        <p14:creationId xmlns:p14="http://schemas.microsoft.com/office/powerpoint/2010/main" val="416485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35DC-805F-30B7-C7DC-F29BA6D3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254966-B04A-1862-055C-6B1B82E14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342" y="1845289"/>
            <a:ext cx="9180310" cy="4351338"/>
          </a:xfrm>
        </p:spPr>
      </p:pic>
    </p:spTree>
    <p:extLst>
      <p:ext uri="{BB962C8B-B14F-4D97-AF65-F5344CB8AC3E}">
        <p14:creationId xmlns:p14="http://schemas.microsoft.com/office/powerpoint/2010/main" val="125511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1D9A-7456-4503-B583-59FF7024D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EBB3DE-9BCF-7B54-B89F-8DA7C3FE2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6" y="1952676"/>
            <a:ext cx="10515600" cy="4156230"/>
          </a:xfrm>
        </p:spPr>
      </p:pic>
    </p:spTree>
    <p:extLst>
      <p:ext uri="{BB962C8B-B14F-4D97-AF65-F5344CB8AC3E}">
        <p14:creationId xmlns:p14="http://schemas.microsoft.com/office/powerpoint/2010/main" val="2542997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390</Words>
  <Application>Microsoft Office PowerPoint</Application>
  <PresentationFormat>Widescreen</PresentationFormat>
  <Paragraphs>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DEPARTMENT OF ELECTRONIC AND COMMUNICATION ENGINEERING  ECB1222 – TRANSMISSION LINES AND WAVEGUIDES ACTIVE LEARNING 1</vt:lpstr>
      <vt:lpstr>Question </vt:lpstr>
      <vt:lpstr>Problem Definition</vt:lpstr>
      <vt:lpstr>Given Parameters</vt:lpstr>
      <vt:lpstr>Simulating the Unmatched Transmission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Joyal Augustin</dc:creator>
  <cp:lastModifiedBy>Joyal Augustin</cp:lastModifiedBy>
  <cp:revision>5</cp:revision>
  <dcterms:created xsi:type="dcterms:W3CDTF">2025-02-28T06:21:37Z</dcterms:created>
  <dcterms:modified xsi:type="dcterms:W3CDTF">2025-03-01T06:30:21Z</dcterms:modified>
</cp:coreProperties>
</file>